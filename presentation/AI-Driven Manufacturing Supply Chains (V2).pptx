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32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Demand Forecasting</c:v>
                </c:pt>
                <c:pt idx="1">
                  <c:v>Predictive Maintenance</c:v>
                </c:pt>
                <c:pt idx="2">
                  <c:v>Production Scheduling</c:v>
                </c:pt>
                <c:pt idx="3">
                  <c:v>Logistics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28</c:v>
                </c:pt>
                <c:pt idx="2">
                  <c:v>25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3A-4BE5-8267-CDD705F8F4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AI-Driven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Demand Forecasting</c:v>
                </c:pt>
                <c:pt idx="1">
                  <c:v>Predictive Maintenance</c:v>
                </c:pt>
                <c:pt idx="2">
                  <c:v>Production Scheduling</c:v>
                </c:pt>
                <c:pt idx="3">
                  <c:v>Logistics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</c:v>
                </c:pt>
                <c:pt idx="1">
                  <c:v>68</c:v>
                </c:pt>
                <c:pt idx="2">
                  <c:v>78</c:v>
                </c:pt>
                <c:pt idx="3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3A-4BE5-8267-CDD705F8F4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258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73152" cy="2926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Manufacturing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Framework for Waste Reduction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Operational Efficiency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Rizwan  |  Ayesha Anees Zaveri  |  Muhammad Ashraf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Worcester  ·  University of Kuala Lumpur  ·  Bahauddin Zakariya University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0972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82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supply chains fail and what's missing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54864" cy="10972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78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389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824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manufacturing &amp; supply chain — what's been done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86000"/>
            <a:ext cx="54864" cy="10972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591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9626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AI architecture for integrated decisions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286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286000"/>
            <a:ext cx="54864" cy="10972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591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9626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science approach and literature synthesis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66160"/>
            <a:ext cx="54864" cy="10972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39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Case Study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2428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turbines: AI in action — results &amp; insights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566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566160"/>
            <a:ext cx="54864" cy="10972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6393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937760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42428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future research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8463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supply chain decisions made in silos — no unified intelligence
</a:t>
            </a: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models built on historical data cannot handle modern uncertainty
</a:t>
            </a: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optimisation causes system-wide inefficiencies (overproduction, stockouts)
</a:t>
            </a: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is a by-product, not a primary AI target in existing solutions
</a:t>
            </a: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framework bridges manufacturing intelligence with supply chain logic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49240" y="96012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40680" y="1051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406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0680" y="1993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production costs wasted from poor coordination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40680" y="2606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30449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loss from isolated AI vs. integrated 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4068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Complexity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40965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globalization &amp; demand volatility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AI in Manufacturing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Predictive Maintenance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process real-time sensor data to forecast equipment failures, scheduling preventive maintenance,  reducing unplanned downtime &amp; secondary process waste.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24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Production 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38988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 models optimise schedules based on machine availability, order priority, and process variability , adapting dynamically to change.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90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Quality Monitoring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and anomaly detection models identify defects early. Shifts quality control from reactive inspection to proactive prevention, cutting scrap &amp; rework.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990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Gap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35584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manufacturing AI targets individual machines or lines  ignoring upstream supply constraints and downstream demand variability.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AI in Supply Chain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Delivers in Supply Chains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trends; adapts to new data continuously, outperforms statistical methods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4864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585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reorder points &amp; safety stock using demand variability and lead-time uncertainty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540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Routing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101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 / ant colony optimisation cut transport costs and emissions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54864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4962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056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delivery reliability risks early to limit supply disruptions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914400"/>
            <a:ext cx="320040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051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0" y="1810512"/>
            <a:ext cx="274320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9659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AI ignores real-time manufacturing constraints.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AI ignores upstream supply conditions.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system-wide inefficiency that local solutions cannot fix.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Integration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Shop-floor 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status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0" y="2075688"/>
            <a:ext cx="105156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005840"/>
            <a:ext cx="2377440" cy="22860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097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8745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analytics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Synchronised decisions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06440" y="2075688"/>
            <a:ext cx="105156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00584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097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levels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state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Enables: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20116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sharing across all domains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3886200"/>
            <a:ext cx="20116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9319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Synchronised analytics prevent misaligned decisions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3886200"/>
            <a:ext cx="20116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39319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Demand-driven production minimises overproduction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94576" y="3886200"/>
            <a:ext cx="20116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393192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detected early across the full chain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Framework: Four-Layer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978408"/>
            <a:ext cx="36576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941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Integration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+ historical data from manufacturing systems, supply networks, and logistics </a:t>
            </a:r>
            <a:r>
              <a:rPr lang="en-US" sz="105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</a:t>
            </a: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full operational visibility.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0" y="1737360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1984248"/>
            <a:ext cx="36576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9476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22860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optimisation models generate predictions, forecasts, and prescriptive recommendations,  driving production, maintenance &amp; inventory decisions.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0" y="2743200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718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0120" y="2990088"/>
            <a:ext cx="36576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9535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(Human-in-Loop)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32918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reviewed by operators/managers for transparency and control ensuring alignment with business goals before execution.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0" y="3749040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776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60120" y="3995928"/>
            <a:ext cx="36576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959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Delivery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42976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measured: waste reduction, efficiency, responsiveness. Feedback loop continuously refines models and improves future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Core AI Capabilities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14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Demand Forecasting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adapt to real-time data
</a:t>
            </a: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demand patterns
</a:t>
            </a: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over/under-production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960120"/>
            <a:ext cx="41605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14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Predictive Maintenance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predicts failures in advance
</a:t>
            </a: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preventive action automatically
</a:t>
            </a: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unplanned downtime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26080"/>
            <a:ext cx="41605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80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Quality Analytics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detects defects early
</a:t>
            </a: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flags process drift
</a:t>
            </a: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scrap, rework, and waste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926080"/>
            <a:ext cx="41605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809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Logistics Optimisation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routing reduces transport costs
</a:t>
            </a: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Genetic/ACO algorithms find optimal paths
</a:t>
            </a: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with real-time production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Waste Reduction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3200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Sources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834640" cy="4297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990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Overproduction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2834640" cy="4297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Surplus inventory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2834640" cy="4297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41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Quality defects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2834640" cy="4297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626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Equipment downtime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2834640" cy="4297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83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Inefficient transportation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2834640" cy="4297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050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logistics planning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6616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43400" y="868680"/>
            <a:ext cx="4434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1371600"/>
            <a:ext cx="411480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399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Demand-aligned production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15819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 keeps output matched to real demand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1892808"/>
            <a:ext cx="411480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Dynamic inventory control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2103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overstock while maintaining service levels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2414016"/>
            <a:ext cx="411480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4414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Proactive quality prevention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26243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caught before creation via anomaly detection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2935224"/>
            <a:ext cx="411480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96265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Predictive maintenance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31455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failures prevented before they cause downtime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3456432"/>
            <a:ext cx="411480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4838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AI-optimised routing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36667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redundant transportation and handling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80560" y="3977640"/>
            <a:ext cx="4114800" cy="4297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4005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Synchronised decisions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41879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+ supply chain AI working together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8503920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Science Research — developing an AI artifact (framework) to solve a real-world problem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627632"/>
            <a:ext cx="621792" cy="62179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 Review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Xplore, Springer, Scopus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5 years, peer-reviewed only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focused keyword searches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7157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150876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627632"/>
            <a:ext cx="621792" cy="62179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Mapping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AI techniques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supply chain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decision points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7157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17720" y="150876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85232" y="1627632"/>
            <a:ext cx="621792" cy="62179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Design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four-layer architecture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analytics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outcomes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71576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50876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34072" y="1627632"/>
            <a:ext cx="621792" cy="62179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Validation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0" y="292608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framework against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case studies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in literature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vs. Traditional Systems: Performance Comparison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Downtime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Overproduction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Waste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Cost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Efficiency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21.4%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Framework analysis based on comparative literature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Impact: Waste Reduction &amp; Efficiency Gains</a:t>
            </a:r>
            <a:endParaRPr lang="en-US" sz="25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777240"/>
          <a:ext cx="8412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General Electric (GE) Turbines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14800" cy="1554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 Faced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plans mismatched with actual demand → overproduction
• Frequent unplanned equipment downtime → wasted resources
• Excessive inventory accumulation → high carrying costs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17720" y="868680"/>
            <a:ext cx="420624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32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Solutions Applied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demand forecasting with historical + external data
• Predictive maintenance via real-time sensor analysis
• AI-driven scheduling matched to real market demand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Results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999232"/>
            <a:ext cx="1984248" cy="1783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127248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" y="3767328"/>
            <a:ext cx="1801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2999232"/>
            <a:ext cx="1984248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78608" y="3127248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78608" y="3767328"/>
            <a:ext cx="1801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54296" y="2999232"/>
            <a:ext cx="1984248" cy="1783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45736" y="3127248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45736" y="3767328"/>
            <a:ext cx="1801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21424" y="2999232"/>
            <a:ext cx="1984248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12864" y="3127248"/>
            <a:ext cx="1801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Aligned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12864" y="3767328"/>
            <a:ext cx="1801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Supply Chain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4183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941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is the Key Differentiator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121615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fragmented AI, the framework's shared data and synchronised analytics prevent decisions in one domain from harming the other.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70992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783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AI Effects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forecasting, predictive maintenance, quality analytics, and logistics optimisation reinforce each other, individual effects are amplified when combined.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55117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6243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624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Human Oversight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28986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design ensures AI decisions are auditable and adjustable, critical for business trust and regulatory compliance.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39242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46557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465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Contribution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373989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manufacturing-oriented and supply chain-oriented AI research providing a unified, system-level conceptual framework for future empirical work.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2336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43068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4306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458114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is conceptual, no empirical validation data. Future work should test via simulation or real industry case studies to quantify real-world impact.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Research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846320" cy="3657600"/>
          </a:xfrm>
          <a:prstGeom prst="rect">
            <a:avLst/>
          </a:prstGeom>
          <a:solidFill>
            <a:srgbClr val="0F2744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228600" cy="2286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four-layer AI framework unifies manufacturing and supply chain decision-making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228600" cy="2286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Synchronised AI delivers system-level waste reduction — not possible with isolated tools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228600" cy="2286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design ensures transparency and practical adoptability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64408"/>
            <a:ext cx="228600" cy="2286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00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provides a structured, incremental path to AI adoption for industry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858768"/>
            <a:ext cx="228600" cy="22860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94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case illustrates real-world applicability: +18% efficiency, −22% downtime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9240" y="868680"/>
            <a:ext cx="3474720" cy="36576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validation through industry simulations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0" y="2075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2011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case studies across manufacturing sectors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2606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performance benchmarking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3264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3200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testing for SMEs vs. large enterprises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3794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and bias considerations in automated decisions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Liu et al. (2023). Supply chain collaboration in China's advanced manufacturing. PLOS ONE.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55648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0136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Çınar et al. (2020). Machine learning in predictive maintenance towards Industry 4.0. Sustainability.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51176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96896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Arinez et al. (2020). Artificial intelligence in advanced manufacturing. J. Manufacturing Science.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34670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346704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392424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Nweje &amp; Taiwo (2025). AI-driven tools for demand forecasting and inventory optimization. IJSRA.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14223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142232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187952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Keesara (2025). AI in supply chain management: Efficiency, resilience, sustainability. JCSTS.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60120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05840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Ejjami &amp; Boussalham (2024). Industry 5.0: AI-driven predictive maintenance &amp; quality control.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75564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755648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80136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Henderson &amp; Sanders (2025). AI driven predictive maintenance in manufacturing environments.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55117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551176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596896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Kovari (2024). AI for decision support: Accuracy, transparency, and trust. Information.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34670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346704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392424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Hossain et al. (2025). AI-driven aggregate planning for sustainable supply chains. AJATES.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414223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4142232"/>
            <a:ext cx="54864" cy="7132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4187952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Graham &amp; Nelson (2025). Impact of AI on manufacturing efficiency: A comprehensive review.</a:t>
            </a:r>
            <a:endParaRPr lang="en-US" sz="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2743200" y="1920240"/>
            <a:ext cx="36576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Manufacturing Supply Chains: An Intelligent Framework for Waste Reduction and Operational Efficiency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1471</Words>
  <Application>Microsoft Office PowerPoint</Application>
  <PresentationFormat>On-screen Show (16:9)</PresentationFormat>
  <Paragraphs>264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Manufacturing Supply Chains</dc:title>
  <dc:subject>PptxGenJS Presentation</dc:subject>
  <dc:creator>PptxGenJS</dc:creator>
  <cp:lastModifiedBy>Training</cp:lastModifiedBy>
  <cp:revision>2</cp:revision>
  <dcterms:created xsi:type="dcterms:W3CDTF">2026-04-20T08:44:04Z</dcterms:created>
  <dcterms:modified xsi:type="dcterms:W3CDTF">2026-04-20T09:12:43Z</dcterms:modified>
</cp:coreProperties>
</file>